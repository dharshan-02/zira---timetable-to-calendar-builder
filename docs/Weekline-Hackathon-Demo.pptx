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6e39f76f94a7d" /><Relationship Type="http://schemas.openxmlformats.org/officeDocument/2006/relationships/extended-properties" Target="/docProps/app.xml" Id="R6ad7698184074372" /><Relationship Type="http://schemas.openxmlformats.org/officeDocument/2006/relationships/officeDocument" Target="/ppt/presentation.xml" Id="Rdd3cd6dc5d0541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0e821f07854d86"/>
  </p:sldMasterIdLst>
  <p:notesMasterIdLst>
    <p:notesMasterId xmlns:r="http://schemas.openxmlformats.org/officeDocument/2006/relationships" r:id="Rbbbcf4597f974bc6"/>
  </p:notesMasterIdLst>
  <p:sldIdLst>
    <p:sldId xmlns:r="http://schemas.openxmlformats.org/officeDocument/2006/relationships" id="256" r:id="Recce1f18a61442f7"/>
    <p:sldId xmlns:r="http://schemas.openxmlformats.org/officeDocument/2006/relationships" id="257" r:id="Rb1e50fee839b4492"/>
    <p:sldId xmlns:r="http://schemas.openxmlformats.org/officeDocument/2006/relationships" id="258" r:id="R8e59b863ca0049fd"/>
    <p:sldId xmlns:r="http://schemas.openxmlformats.org/officeDocument/2006/relationships" id="259" r:id="R709970cfc4454c22"/>
    <p:sldId xmlns:r="http://schemas.openxmlformats.org/officeDocument/2006/relationships" id="260" r:id="R893fbab187d7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212de4fb2433e" /><Relationship Type="http://schemas.openxmlformats.org/officeDocument/2006/relationships/slideMaster" Target="/ppt/slideMasters/slideMaster1.xml" Id="Rec0e821f07854d86" /><Relationship Type="http://schemas.openxmlformats.org/officeDocument/2006/relationships/notesMaster" Target="/ppt/notesMasters/notesMaster1.xml" Id="Rbbbcf4597f974bc6" /><Relationship Type="http://schemas.openxmlformats.org/officeDocument/2006/relationships/presProps" Target="/ppt/presProps.xml" Id="Rd415207458fd45fb" /><Relationship Type="http://schemas.openxmlformats.org/officeDocument/2006/relationships/tableStyles" Target="/ppt/tableStyles.xml" Id="R1b301f58293d4b5c" /><Relationship Type="http://schemas.openxmlformats.org/officeDocument/2006/relationships/slide" Target="/ppt/slides/slide1.xml" Id="Recce1f18a61442f7" /><Relationship Type="http://schemas.openxmlformats.org/officeDocument/2006/relationships/slide" Target="/ppt/slides/slide2.xml" Id="Rb1e50fee839b4492" /><Relationship Type="http://schemas.openxmlformats.org/officeDocument/2006/relationships/slide" Target="/ppt/slides/slide3.xml" Id="R8e59b863ca0049fd" /><Relationship Type="http://schemas.openxmlformats.org/officeDocument/2006/relationships/slide" Target="/ppt/slides/slide4.xml" Id="R709970cfc4454c22" /><Relationship Type="http://schemas.openxmlformats.org/officeDocument/2006/relationships/slide" Target="/ppt/slides/slide5.xml" Id="R893fbab187d7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cd72a6f0e044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ee331a1e54d31" /><Relationship Type="http://schemas.openxmlformats.org/officeDocument/2006/relationships/notesMaster" Target="/ppt/notesMasters/notesMaster1.xml" Id="R83f950411de2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7c9c474d584775" /><Relationship Type="http://schemas.openxmlformats.org/officeDocument/2006/relationships/notesMaster" Target="/ppt/notesMasters/notesMaster1.xml" Id="Rda76381b0c11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24de326ab847fc" /><Relationship Type="http://schemas.openxmlformats.org/officeDocument/2006/relationships/notesMaster" Target="/ppt/notesMasters/notesMaster1.xml" Id="R3211a88b1f364c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77fe951c154560" /><Relationship Type="http://schemas.openxmlformats.org/officeDocument/2006/relationships/notesMaster" Target="/ppt/notesMasters/notesMaster1.xml" Id="Rd21c7b98b50e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30dc3dd8b4562" /><Relationship Type="http://schemas.openxmlformats.org/officeDocument/2006/relationships/notesMaster" Target="/ppt/notesMasters/notesMaster1.xml" Id="R4cdcfcc40027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39129ffac41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f049e03cb4b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a297b899f4f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bd707940d4f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7bfddcce14a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84b3d703847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6AC178-CEBB-4559-B0B1-234E856883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B326D7-F9AD-466F-89B5-653B0A05CA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3442D0-809A-488A-AB79-18876AFFF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DAD493-AFB3-44D1-A899-5C945FC75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E90F87-6D0B-4F2A-B194-4B2910713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BEE822-83AA-47E9-A4BC-D2E70C68D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143AC7-DE37-4B1E-9936-3569BE687D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712A59-A917-4998-B567-A669E583D8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C1A103-F69C-4CF3-8393-4BFE4E3DD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83E8A1-BF2F-4BD1-B8C3-B1B02CB21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43cd29c9754bf8" /><Relationship Type="http://schemas.openxmlformats.org/officeDocument/2006/relationships/slideLayout" Target="/ppt/slideLayouts/slideLayout1.xml" Id="R95b45090ea854062" /><Relationship Type="http://schemas.openxmlformats.org/officeDocument/2006/relationships/slideLayout" Target="/ppt/slideLayouts/slideLayout2.xml" Id="Ref983dcb23f9409e" /><Relationship Type="http://schemas.openxmlformats.org/officeDocument/2006/relationships/slideLayout" Target="/ppt/slideLayouts/slideLayout3.xml" Id="R5f81baf7883b47e3" /><Relationship Type="http://schemas.openxmlformats.org/officeDocument/2006/relationships/slideLayout" Target="/ppt/slideLayouts/slideLayout4.xml" Id="R3811789c7e544429" /><Relationship Type="http://schemas.openxmlformats.org/officeDocument/2006/relationships/slideLayout" Target="/ppt/slideLayouts/slideLayout5.xml" Id="R1e62a08ef53a4437" /><Relationship Type="http://schemas.openxmlformats.org/officeDocument/2006/relationships/slideLayout" Target="/ppt/slideLayouts/slideLayout6.xml" Id="R512babf0b842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45090ea854062"/>
    <p:sldLayoutId xmlns:r="http://schemas.openxmlformats.org/officeDocument/2006/relationships" id="2147483650" r:id="Ref983dcb23f9409e"/>
    <p:sldLayoutId xmlns:r="http://schemas.openxmlformats.org/officeDocument/2006/relationships" id="2147483651" r:id="R5f81baf7883b47e3"/>
    <p:sldLayoutId xmlns:r="http://schemas.openxmlformats.org/officeDocument/2006/relationships" id="2147483652" r:id="R3811789c7e544429"/>
    <p:sldLayoutId xmlns:r="http://schemas.openxmlformats.org/officeDocument/2006/relationships" id="2147483653" r:id="R1e62a08ef53a4437"/>
    <p:sldLayoutId xmlns:r="http://schemas.openxmlformats.org/officeDocument/2006/relationships" id="2147483654" r:id="R512babf0b842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9aef295a143dd" /><Relationship Type="http://schemas.openxmlformats.org/officeDocument/2006/relationships/notesSlide" Target="/ppt/notesSlides/notesSlide1.xml" Id="R15cf096d3c7f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a443597524280" /><Relationship Type="http://schemas.openxmlformats.org/officeDocument/2006/relationships/notesSlide" Target="/ppt/notesSlides/notesSlide2.xml" Id="R412f7e743c75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ebdf8f0834f68" /><Relationship Type="http://schemas.openxmlformats.org/officeDocument/2006/relationships/notesSlide" Target="/ppt/notesSlides/notesSlide3.xml" Id="Rd6183a141a68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79b3884cb4508" /><Relationship Type="http://schemas.openxmlformats.org/officeDocument/2006/relationships/notesSlide" Target="/ppt/notesSlides/notesSlide4.xml" Id="Rbe6f0eb1cc70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6b68e39324e57" /><Relationship Type="http://schemas.openxmlformats.org/officeDocument/2006/relationships/notesSlide" Target="/ppt/notesSlides/notesSlide5.xml" Id="Rde13f9e7631c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44872-E30C-41BF-BB37-E0226F5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WEEKLINE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77512-E40F-4E91-ADEE-36B7F1DD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Timetable to</a:t>
            </a:r>
          </a:p>
          <a:p xmlns:a="http://schemas.openxmlformats.org/drawingml/2006/main">
            <a:pPr>
              <a:defRPr sz="42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calendar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8A8F9-EA22-4389-9FA1-E7A0BF4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35D"/>
                </a:solidFill>
                <a:latin typeface="Arial"/>
                <a:ea typeface="Arial"/>
                <a:cs typeface="Arial"/>
              </a:rPr>
              <a:t>A reviewable workflow that extracts class and exam schedules, flags clashes, and prepares calendar changes for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5191B-318C-4434-8B2F-14B3E25C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DEMO  /  FOUR OFFICIAL SCENARIOS  /  EVIDENCE INCLUDED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962A9-8DC4-4A29-9D38-B34A1B9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B1A"/>
                </a:solidFill>
                <a:latin typeface="Arial"/>
                <a:ea typeface="Arial"/>
                <a:cs typeface="Arial"/>
              </a:rPr>
              <a:t>The organizer brief names a mock timetable page or PDF, but provides no URL.</a:t>
            </a:r>
          </a:p>
        </p:txBody>
      </p:sp>
    </p:spTree>
    <p:extLst>
      <p:ext uri="{BB962C8B-B14F-4D97-AF65-F5344CB8AC3E}">
        <p14:creationId xmlns:p14="http://schemas.microsoft.com/office/powerpoint/2010/main" val="1801066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63F41-00D8-4868-A6BB-94E5037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WEEKLINE  /  STUDENT TIMETABLE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3CDA7-C4AE-4E26-878D-29757781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HOW THE AGENT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85BD6-0C20-4BF1-AEB0-0D912DB9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Tools act on evidence, then wait for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C80FF-C48C-4928-B2E7-9F2A930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ZIRA HACKATHON DEMO   · 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CF65B-1327-4607-8A13-F04BC045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01  Find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A5530-0BE1-403B-BD58-788619C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User supplies a college portal URL. Cheerio ranks same-site timetable and exam links. The agent pauses while the user selects a candidate.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3AD4F-8C5D-4F2F-9DAB-31E23FB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02 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5A8E8-885F-4698-A661-59AAB308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Server fetches the chosen page or PDF and records its URL, content type, retrieval time, and source snapshot.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8CAF9-5A8F-4456-97DC-8FE2DE4A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03 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7EC4E-3934-4EFD-A3BD-7E03B94E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Rule-based parsing extracts rows. Confidence flags and unparsed rows stay visible. An interval audit reports clashes without dropping either event.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76F1D-A890-4520-A74A-4D3580E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04  Propose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084C4-047A-4F08-9C15-097008A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The agent prepares an idempotent change set. A person reviews the evidence and explicitly approves before the local demo calendar changes.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5E6E1-ECFD-4459-B984-4A9A2DC5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05 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1C58-2702-417E-9FF5-30ABACD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A separate read-back checks event count and fields. The app offers calendar exports after approval.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44139-AAA5-40FA-A5B6-220AD2D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5B1A"/>
                </a:solidFill>
                <a:latin typeface="Arial"/>
                <a:ea typeface="Arial"/>
                <a:cs typeface="Arial"/>
              </a:rPr>
              <a:t>Exact organizer URL: not present in the supplied brief. Public college pages are examples only, not claimed as the permitted target.</a:t>
            </a:r>
          </a:p>
        </p:txBody>
      </p:sp>
    </p:spTree>
    <p:extLst>
      <p:ext uri="{BB962C8B-B14F-4D97-AF65-F5344CB8AC3E}">
        <p14:creationId xmlns:p14="http://schemas.microsoft.com/office/powerpoint/2010/main" val="2091959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2CABA-9E46-4B04-83B9-E430285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WEEKLINE  /  STUDENT TIMETABLE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A132A-F372-4C64-8834-92964D9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OFFICIAL TESTS · WEEKLY SCHEDULE AND CLASH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82D12-B2BD-4728-BA7A-BEC8C5A7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Routine rows parse while conflicting rows remain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3F296-9F7B-4F2D-8B1D-3A0510C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ZIRA HACKATHON DEMO   · 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D1980-EE5F-4843-945B-F89C7D2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TC1  WEEKLY TIMETABLE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1F6E9-0853-4EC2-9BB0-8D39018B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85C17-8D50-4CFE-BE54-2279561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907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Recurring events with correct rooms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A7C8E-0A14-483C-9FA5-C50EB67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7DB0D-41B4-4ED1-BC7B-428DE15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8132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10 of 10 rows extracted. Zero unparsed rows or clashes. Every event has a room and recurrence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50CE5-BB09-42E5-9736-2452A067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52E5A-C223-4117-86CD-EDCEFA56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76675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40 weekly occurrences checked in an isolated calendar simulation. Shared calendar stayed unchanged.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0EF90-559B-496F-9696-707DB7F6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74B"/>
                </a:solidFill>
                <a:latin typeface="Arial"/>
                <a:ea typeface="Arial"/>
                <a:cs typeface="Arial"/>
              </a:rPr>
              <a:t>TC2  ELECTIVE VS CORE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49306-4E26-4DA8-AD6C-CD03E34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64B11-AF2C-448F-A5D0-10D1331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907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Both overlaps flagged; neither event dropped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0ED1F-EE86-4A85-992B-2E71D9A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6585F-1580-4252-8E44-139E5313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Two clashes detected. EC201 vs PHY102 on Tue 14:30–16:00. ME101 vs CS201 Lab on Thu 15:00–16:00.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8EDAE-7AB5-4B8A-8ABE-F00A758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AACF3-EF60-4461-9372-CAF7ED19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All 9 events retained. Both clash pairs include stable event IDs and overlap intervals in the audit record.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5BB00-A0E4-45D5-9E8A-46A720B2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B1A"/>
                </a:solidFill>
                <a:latin typeface="Arial"/>
                <a:ea typeface="Arial"/>
                <a:cs typeface="Arial"/>
              </a:rPr>
              <a:t>INPUTS: synthetic timetable fixtures included with the project. These are scenario checks, not organizer-source runs.</a:t>
            </a:r>
          </a:p>
        </p:txBody>
      </p:sp>
    </p:spTree>
    <p:extLst>
      <p:ext uri="{BB962C8B-B14F-4D97-AF65-F5344CB8AC3E}">
        <p14:creationId xmlns:p14="http://schemas.microsoft.com/office/powerpoint/2010/main" val="803514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69C39-6427-43DF-AAA3-440D1552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WEEKLINE  /  STUDENT TIMETABLE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4DB9D-D584-4CCC-BAA2-C9E857E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OFFICIAL TESTS · REVISION AND UNREADABLE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31E54-75CA-463A-AD8A-BE7B4345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Changed sessions update and uncertain rows stay unresolved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8FD1C-4A21-4EEF-9E53-F9E4B8B5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ZIRA HACKATHON DEMO   · 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AD0F-6AD4-4A99-A98A-5B3CF75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TC3  TIMETABLE REVISION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E0C54-5679-4C6F-A3CC-FCED73F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832F3-E5DE-4C7A-9D42-A1D03B7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907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Update only changed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60D2F-5CF1-4647-8D24-8EC85D8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684F1-6CE5-4A90-8F41-2ED8BF3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8132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Five original and five revised sessions. Two MATH201 sessions changed. Three remained identical. No new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B8DA2-395E-4F51-B5B5-4CB7923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76DB-E478-431A-90C2-EB3D9377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9097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Isolated simulation changed only two hashes; final snapshot matched the revised input. No shared calendar writes.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11E95-1592-4ABB-8D86-13AD240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74B"/>
                </a:solidFill>
                <a:latin typeface="Arial"/>
                <a:ea typeface="Arial"/>
                <a:cs typeface="Arial"/>
              </a:rPr>
              <a:t>TC4  UNREADABLE SCANNED 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EF5D9-52B6-4F12-B7D4-179C76D7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258C2-60EE-400D-9F78-961531B3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907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List garbled rows with source location and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E1799-1E7C-4532-979A-7FC0ED94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34BDC-4252-44F8-855C-8F0C102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Four rows extracted. Rows 4 and 6 listed as unparsed, each with a reason and source row number.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2D29D-19ED-4148-8552-A03C8975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F3FDD-2A4B-448B-B6C0-52E9EA13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1477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The fixture contains OCR-like garbled text. It simulates scan damage. The app does not run an OCR engine.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7C76D-F118-4878-940E-931E554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B1A"/>
                </a:solidFill>
                <a:latin typeface="Arial"/>
                <a:ea typeface="Arial"/>
                <a:cs typeface="Arial"/>
              </a:rPr>
              <a:t>TC1–TC4 use synthetic fixtures. Inputs, expected results, actual results, timestamps, and evidence appear in the Scenarios view.</a:t>
            </a:r>
          </a:p>
        </p:txBody>
      </p:sp>
    </p:spTree>
    <p:extLst>
      <p:ext uri="{BB962C8B-B14F-4D97-AF65-F5344CB8AC3E}">
        <p14:creationId xmlns:p14="http://schemas.microsoft.com/office/powerpoint/2010/main" val="1166649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E230B-52A1-4176-8A37-8093323D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WEEKLINE  /  STUDENT TIMETABLE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E0EC0-9E0D-4A54-B324-7210FB1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SUBMISSION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F358F-A813-42FA-B56F-9809B49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22"/>
                </a:solidFill>
                <a:latin typeface="Arial"/>
                <a:ea typeface="Arial"/>
                <a:cs typeface="Arial"/>
              </a:rPr>
              <a:t>What runs automatically and what stays with a person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25B02-DF3C-47B8-8D90-A4F5644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ZIRA HACKATHON DEMO   ·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59549-CF18-499A-8C1C-1CC4E33D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D80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8065"/>
                </a:solidFill>
                <a:latin typeface="Arial"/>
                <a:ea typeface="Arial"/>
                <a:cs typeface="Arial"/>
              </a:rPr>
              <a:t>AUTOMATED IN THIS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DB3B6-EA68-41E6-B1A4-DCDF33E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Portal-link discovery and ranking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Text and selectable PDF retrieval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Deterministic row extraction and uncertainty flags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Clash comparisons and revision hashes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Proposal generation and read-back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99F9C-20DE-4186-A572-F1F656B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357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3574B"/>
                </a:solidFill>
                <a:latin typeface="Arial"/>
                <a:ea typeface="Arial"/>
                <a:cs typeface="Arial"/>
              </a:rPr>
              <a:t>HUMAN OR EXTERNAL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C6A96-A898-4417-8937-2F0A794B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Supply the organizer’s permitted mock URL or PDF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Choose the source from ranked candidates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Review uncertain rows and clashes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Approve calendar changes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Connect a real Google or Outlook calendar</a:t>
            </a:r>
          </a:p>
          <a:p xmlns:a="http://schemas.openxmlformats.org/drawingml/2006/main">
            <a:pPr>
              <a:defRPr sz="1575" b="0">
                <a:solidFill>
                  <a:srgbClr val="1726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622"/>
                </a:solidFill>
                <a:latin typeface="Arial"/>
                <a:ea typeface="Arial"/>
                <a:cs typeface="Arial"/>
              </a:rPr>
              <a:t>Use OCR for scanned image-only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688EE-D952-498A-8662-DF9BC491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3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35D"/>
                </a:solidFill>
                <a:latin typeface="Arial"/>
                <a:ea typeface="Arial"/>
                <a:cs typeface="Arial"/>
              </a:rPr>
              <a:t>The current agent uses explicit rules and tools. No LLM API is configured. The calendar destination is local demo storage, not a real calendar account.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0BC1A-A866-418C-880D-AEC25ED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A5B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5B1A"/>
                </a:solidFill>
                <a:latin typeface="Arial"/>
                <a:ea typeface="Arial"/>
                <a:cs typeface="Arial"/>
              </a:rPr>
              <a:t>NEXT SUBMISSION ITEM: obtain the organizer-approved mock timetable page/PDF URL and rerun source-evidence capture against it.</a:t>
            </a:r>
          </a:p>
        </p:txBody>
      </p:sp>
    </p:spTree>
    <p:extLst>
      <p:ext uri="{BB962C8B-B14F-4D97-AF65-F5344CB8AC3E}">
        <p14:creationId xmlns:p14="http://schemas.microsoft.com/office/powerpoint/2010/main" val="402140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2026-10-19T14:24:57.7710000Z</dcterms:created>
  <dcterms:modified xsi:type="dcterms:W3CDTF">2026-10-19T14:24:57.7710000Z</dcterms:modified>
</coreProperties>
</file>